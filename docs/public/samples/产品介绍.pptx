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410</c:v>
                </c:pt>
                <c:pt idx="2">
                  <c:v>530</c:v>
                </c:pt>
                <c:pt idx="3">
                  <c:v>610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数字员工平台 产品介绍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在线预览组件演示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多格式文档在线预览（Word / Excel / PPT / PDF / WPS）</a:t>
            </a:r>
          </a:p>
          <a:p>
            <a:r>
              <a:t>移动端只读模式，简化工具栏</a:t>
            </a:r>
          </a:p>
          <a:p>
            <a:r>
              <a:t>纯前端渲染，无需 Office 服务端</a:t>
            </a:r>
          </a:p>
          <a:p>
            <a:r>
              <a:t>Vue 3 / React / Web Component 三端可用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季度增长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